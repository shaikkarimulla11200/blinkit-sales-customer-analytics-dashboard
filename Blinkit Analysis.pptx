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63" d="100"/>
          <a:sy n="63" d="100"/>
        </p:scale>
        <p:origin x="6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4019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08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462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8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770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980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108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557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414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772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1948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8297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94962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6542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1248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69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181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  <p:sldLayoutId id="2147483831" r:id="rId12"/>
    <p:sldLayoutId id="2147483832" r:id="rId13"/>
    <p:sldLayoutId id="2147483833" r:id="rId14"/>
    <p:sldLayoutId id="2147483834" r:id="rId15"/>
    <p:sldLayoutId id="214748383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567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Segoe UI Black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Shaik Karimulla</cp:lastModifiedBy>
  <cp:revision>18</cp:revision>
  <dcterms:created xsi:type="dcterms:W3CDTF">2024-06-24T12:27:37Z</dcterms:created>
  <dcterms:modified xsi:type="dcterms:W3CDTF">2026-05-18T10:57:13Z</dcterms:modified>
</cp:coreProperties>
</file>